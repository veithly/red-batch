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llkBOpSIo+foDNAV8ppHfAk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3608250"/>
            <a:ext cx="9246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1117"/>
                </a:solidFill>
              </a:rPr>
              <a:t>A safety complaint arrives. A QA manager approves once, and the agent holds only the right orders. Red Batch runs as a governed UiPath Maestro Case agent that saves a record you can reopen.</a:t>
            </a:r>
            <a:endParaRPr sz="1800">
              <a:solidFill>
                <a:srgbClr val="0D1117"/>
              </a:solidFill>
              <a:highlight>
                <a:srgbClr val="F0F6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464800" y="14927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>Red Batch</a:t>
            </a:r>
            <a:endParaRPr sz="53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/>
              <a:t>Governed batch containment</a:t>
            </a:r>
            <a:endParaRPr sz="5300" u="sng"/>
          </a:p>
        </p:txBody>
      </p:sp>
      <p:pic>
        <p:nvPicPr>
          <p:cNvPr id="170" name="Google Shape;1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6775" y="778600"/>
            <a:ext cx="3861067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229100" y="1952325"/>
            <a:ext cx="46167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A safety complaint lands on a lot you may still be shipping, and you have minutes to act. Both usual options are bad: freeze the whole warehouse and you break shipping for everyone, or chase the affected orders by hand in a spreadsheet while defective units keep going out. Neither one holds the right orders behind a human sign-off, and neither leaves proof of what changed.</a:t>
            </a:r>
            <a:endParaRPr/>
          </a:p>
        </p:txBody>
      </p:sp>
      <p:sp>
        <p:nvSpPr>
          <p:cNvPr id="179" name="Google Shape;179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0" name="Google Shape;180;p3"/>
          <p:cNvSpPr txBox="1"/>
          <p:nvPr>
            <p:ph idx="4" type="body"/>
          </p:nvPr>
        </p:nvSpPr>
        <p:spPr>
          <a:xfrm>
            <a:off x="6089650" y="1800000"/>
            <a:ext cx="52557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Red Batch is a governed containment workspace. The Batch Containment Agent maps the bad lot to its SKU and warehouse, then fans out across every Ready-to-Ship order in scope: 37 to hold, 11 excluded with a reason each. Nothing moves until a QA manager approves the hold in a real UiPath Action Center task. On sign-off, the agent quarantines those orders (about $360,480 across 3 zones), reads the state back to confirm every one (37/37), and saves a reopenable Stop-Ship Packet. When unsure, it asks a person.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1" name="Google Shape;181;p3"/>
          <p:cNvSpPr txBox="1"/>
          <p:nvPr/>
        </p:nvSpPr>
        <p:spPr>
          <a:xfrm>
            <a:off x="0" y="2721889"/>
            <a:ext cx="1217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259199" y="1196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/>
                        <a:t>Quality / Safety Ops leads, QA managers, Customer Ops, Auditors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/>
                        <a:t>Product Quality &amp; Safety, Warehouse Operations, Compliance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/>
                        <a:t>Consumer Electronics, Manufacturing, Retail &amp; E-commerce, Supply Chain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700"/>
                        <a:t>UiPath Automation Cloud (Orchestrator) · UiPath Action Center (Actions / OR.Tasks) · UiPath Orchestrator REST API · UiPath External Applications (OAuth)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sz="1700"/>
                        <a:t>Next.js (App Router) · React · TypeScript · Tailwind CSS · Node.js · node:sqlite / Cloudflare D1 · OpenAI-compatible LLM (narration)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359999" y="859929"/>
            <a:ext cx="10398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438691" y="1016651"/>
            <a:ext cx="5497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 sz="1500"/>
          </a:p>
        </p:txBody>
      </p:sp>
      <p:sp>
        <p:nvSpPr>
          <p:cNvPr id="191" name="Google Shape;191;p4"/>
          <p:cNvSpPr txBox="1"/>
          <p:nvPr/>
        </p:nvSpPr>
        <p:spPr>
          <a:xfrm>
            <a:off x="6302301" y="1779735"/>
            <a:ext cx="55005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Holds the right orders, not the whole warehouse: 37 held, 11 excluded with a reason each.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A real person signs off in a live UiPath Action Center task before any state changes.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Every run ends in a reopenable Stop-Ship Packet: before and after state, evidence, the approver's name, and the exclusions.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When the agent is not confident, a person reviews the case. Every step writes a governed run you can audit.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-1" y="1414435"/>
            <a:ext cx="114594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72024"/>
                </a:solidFill>
              </a:rPr>
              <a:t>How it works</a:t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r>
              <a:rPr sz="1500" b="0">
                <a:solidFill>
                  <a:srgbClr val="1D1D1F"/>
                </a:solidFill>
              </a:rPr>
              <a:t>Risk signal → Batch Containment Agent (observe → map lot/SKU/warehouse → fan-out orders → classify exclusions) → QA approval = live UiPath Action Center task (CreateTask / CompleteTask) → quarantine order state → verify by read-back (37/37) → saved Stop-Ship Packet. Every step writes a governed run + timeline event.</a:t>
            </a:r>
          </a:p>
          <a:p>
            <a:r>
              <a:rPr sz="1500" b="0">
                <a:solidFill>
                  <a:srgbClr val="1D1D1F"/>
                </a:solidFill>
              </a:rPr>
              <a:t>Agent type:  Coded Agent (custom TypeScript), governed by UiPath Action Center. Deterministic policy; optional additive LLM narration.</a:t>
            </a:r>
          </a:p>
          <a:p>
            <a:r>
              <a:rPr sz="1500" b="0">
                <a:solidFill>
                  <a:srgbClr val="1D1D1F"/>
                </a:solidFill>
              </a:rPr>
              <a:t>UiPath: Automation Cloud (Orchestrator) · Action Center (OR.Tasks) · Orchestrator API · External Applications (OAuth).   App: Next.js · React · TypeScript · D1 / node:sqlite.</a:t>
            </a:r>
          </a:p>
          <a:p>
            <a:r>
              <a:rPr sz="1500" b="1">
                <a:solidFill>
                  <a:srgbClr val="1D1D1F"/>
                </a:solidFill>
              </a:rPr>
              <a:t>Live app:  https://red-batch.veithly.workers.dev    ·    Repo:  https://github.com/veithly/red-batch</a:t>
            </a:r>
          </a:p>
          <a:p>
            <a:r>
              <a:rPr sz="1500" b="1">
                <a:solidFill>
                  <a:srgbClr val="1D1D1F"/>
                </a:solidFill>
              </a:rPr>
              <a:t>Demo video:  https://youtu.be/tABpObnVRIs    ·    UiPath environment:  https://cloud.uipath.com/rickopc/DefaultTenant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